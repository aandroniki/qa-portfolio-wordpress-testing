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hVVWg3T9y+HBw2VMwaUuhiEYB4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706eaeb5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706eaeb5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D10. QA Executive Summary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WordPress QA: Scope, Strategy &amp; Results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74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4862"/>
              <a:t>Scope:</a:t>
            </a:r>
            <a:r>
              <a:rPr lang="en-US" sz="4862"/>
              <a:t> WordPress public site + admin (posts/comments/users)</a:t>
            </a:r>
            <a:r>
              <a:rPr lang="en-US" sz="4862"/>
              <a:t>, roles &amp; permissions</a:t>
            </a:r>
            <a:endParaRPr sz="4862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62"/>
          </a:p>
          <a:p>
            <a:pPr indent="-1974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4862"/>
              <a:t>Approach:</a:t>
            </a:r>
            <a:r>
              <a:rPr lang="en-US" sz="4862"/>
              <a:t> Hybrid. Manual testing, smoke, regression + automated E2E critical flows (eg. Login) in CI</a:t>
            </a:r>
            <a:endParaRPr sz="4862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62"/>
          </a:p>
          <a:p>
            <a:pPr indent="-1974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4862"/>
              <a:t>Status:</a:t>
            </a:r>
            <a:r>
              <a:rPr lang="en-US" sz="4862"/>
              <a:t> Test design 100% complete, test environment fully configured and seed data in progress</a:t>
            </a:r>
            <a:endParaRPr sz="4862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862"/>
          </a:p>
          <a:p>
            <a:pPr indent="-19745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sz="4862"/>
              <a:t>Metrics:</a:t>
            </a:r>
            <a:r>
              <a:rPr lang="en-US" sz="4862"/>
              <a:t> Planned 66 tests / Executed 58 / Pass 58 / Fail 0 / Open defects: 2 </a:t>
            </a:r>
            <a:endParaRPr sz="4862"/>
          </a:p>
          <a:p>
            <a:pPr indent="0" lvl="0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Risks, </a:t>
            </a:r>
            <a:r>
              <a:rPr lang="en-US"/>
              <a:t>Blockers</a:t>
            </a:r>
            <a:r>
              <a:rPr lang="en-US"/>
              <a:t> &amp; Release Readiness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746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b="1" lang="en-US" sz="2300"/>
              <a:t>Top risks:</a:t>
            </a:r>
            <a:r>
              <a:rPr lang="en-US" sz="2300"/>
              <a:t> Selector instability, staging resets, plugin updates</a:t>
            </a:r>
            <a:br>
              <a:rPr lang="en-US" sz="2300"/>
            </a:br>
            <a:endParaRPr sz="2300"/>
          </a:p>
          <a:p>
            <a:pPr indent="-3746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n-US" sz="2300"/>
              <a:t>Blockers:</a:t>
            </a:r>
            <a:r>
              <a:rPr lang="en-US" sz="2300"/>
              <a:t> Mail sandbox not configured (blocks password reset)</a:t>
            </a:r>
            <a:br>
              <a:rPr lang="en-US" sz="2300"/>
            </a:br>
            <a:endParaRPr sz="2300"/>
          </a:p>
          <a:p>
            <a:pPr indent="-3746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n-US" sz="2300"/>
              <a:t>Decisions needed:</a:t>
            </a:r>
            <a:r>
              <a:rPr lang="en-US" sz="2300"/>
              <a:t> Freeze plugin versions during QA window, approve adding data-testid hooks</a:t>
            </a:r>
            <a:br>
              <a:rPr lang="en-US" sz="2300"/>
            </a:br>
            <a:endParaRPr sz="2300"/>
          </a:p>
          <a:p>
            <a:pPr indent="-37465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b="1" lang="en-US" sz="2300"/>
              <a:t>Go/No-go:</a:t>
            </a:r>
            <a:r>
              <a:rPr lang="en-US" sz="2300"/>
              <a:t> Smoke suite 100% pass + no open critical/high defects</a:t>
            </a:r>
            <a:endParaRPr sz="23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706eaeb51_0_1"/>
          <p:cNvSpPr txBox="1"/>
          <p:nvPr>
            <p:ph type="title"/>
          </p:nvPr>
        </p:nvSpPr>
        <p:spPr>
          <a:xfrm>
            <a:off x="838200" y="33137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Business Value </a:t>
            </a:r>
            <a:endParaRPr/>
          </a:p>
        </p:txBody>
      </p:sp>
      <p:sp>
        <p:nvSpPr>
          <p:cNvPr id="102" name="Google Shape;102;g3d706eaeb51_0_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Ensures reliable user experience across devices</a:t>
            </a:r>
            <a:endParaRPr sz="23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Reduces risk of content errors and permission issues</a:t>
            </a:r>
            <a:endParaRPr sz="23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Protects revenue-critical flows (login/ admin access)</a:t>
            </a:r>
            <a:endParaRPr sz="23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Complements automation for full coverage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2026-02-24T11:06:34Z</dcterms:created>
  <dc:creator>Theo Lag</dc:creator>
</cp:coreProperties>
</file>